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0515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Document Processing Automation</a:t>
            </a:r>
          </a:p>
          <a:p>
            <a:pPr>
              <a:defRPr sz="2500">
                <a:solidFill>
                  <a:srgbClr val="D2E1F5"/>
                </a:solidFill>
              </a:defRPr>
            </a:pPr>
            <a:r>
              <a:t>Proof of Concept — Findings &amp; Next Steps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Making document processing faster, more consistent and easier to scale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We Built This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Prove that repetitive document work can be automated on our own platform.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Reduce manual effort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Automate repetitive Excel updates and document checks.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Improve consistency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Apply the same validation rules every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7373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Prepare for scale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Test large files and server-based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Included: Excel processing, PDF/Word validation, upload or server path, results and logs.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Not included yet: full production security, enterprise scheduling and complete SCR/CAL product logic.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the Solution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A simple four-step flow from document to business result.</a:t>
            </a:r>
          </a:p>
        </p:txBody>
      </p:sp>
      <p:sp>
        <p:nvSpPr>
          <p:cNvPr id="4" name="Oval 3"/>
          <p:cNvSpPr/>
          <p:nvPr/>
        </p:nvSpPr>
        <p:spPr>
          <a:xfrm>
            <a:off x="1417320" y="1508760"/>
            <a:ext cx="548640" cy="548640"/>
          </a:xfrm>
          <a:prstGeom prst="ellipse">
            <a:avLst/>
          </a:prstGeom>
          <a:solidFill>
            <a:srgbClr val="2771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Provide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Upload a file or use an approved server path</a:t>
            </a:r>
          </a:p>
        </p:txBody>
      </p:sp>
      <p:sp>
        <p:nvSpPr>
          <p:cNvPr id="6" name="Oval 5"/>
          <p:cNvSpPr/>
          <p:nvPr/>
        </p:nvSpPr>
        <p:spPr>
          <a:xfrm>
            <a:off x="4297680" y="1508760"/>
            <a:ext cx="548640" cy="548640"/>
          </a:xfrm>
          <a:prstGeom prst="ellipse">
            <a:avLst/>
          </a:prstGeom>
          <a:solidFill>
            <a:srgbClr val="209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Process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The system selects the right processing rules</a:t>
            </a:r>
          </a:p>
        </p:txBody>
      </p:sp>
      <p:sp>
        <p:nvSpPr>
          <p:cNvPr id="8" name="Oval 7"/>
          <p:cNvSpPr/>
          <p:nvPr/>
        </p:nvSpPr>
        <p:spPr>
          <a:xfrm>
            <a:off x="7178040" y="1508760"/>
            <a:ext cx="548640" cy="548640"/>
          </a:xfrm>
          <a:prstGeom prst="ellipse">
            <a:avLst/>
          </a:prstGeom>
          <a:solidFill>
            <a:srgbClr val="EB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Check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Content and data are validated automatically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0" y="1508760"/>
            <a:ext cx="548640" cy="548640"/>
          </a:xfrm>
          <a:prstGeom prst="ellipse">
            <a:avLst/>
          </a:prstGeom>
          <a:solidFill>
            <a:srgbClr val="309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2240280"/>
            <a:ext cx="2514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Result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Updated Excel or PASS/FAIL result is returned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The web application provides one consistent experience while the processing happens on the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We Can Do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Practical automation demonstrated across three document 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08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Excel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• Add processing status</a:t>
            </a:r>
            <a:br/>
            <a:r>
              <a:t>• Highlight FALSE / NA values</a:t>
            </a:r>
            <a:br/>
            <a:r>
              <a:t>• Create Name &amp; SSN extract</a:t>
            </a:r>
            <a:br/>
            <a:r>
              <a:t>• Support .xlsx and .xls</a:t>
            </a:r>
            <a:br/>
            <a:r>
              <a:t>• Keep processed file available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508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PDF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• Read document content</a:t>
            </a:r>
            <a:br/>
            <a:r>
              <a:t>• Check required phrases</a:t>
            </a:r>
            <a:br/>
            <a:r>
              <a:t>• Return PASS / FAIL</a:t>
            </a:r>
            <a:br/>
            <a:r>
              <a:t>• Show processing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508760"/>
            <a:ext cx="356616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Word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• Read document content</a:t>
            </a:r>
            <a:br/>
            <a:r>
              <a:t>• Check required sections</a:t>
            </a:r>
            <a:br/>
            <a:r>
              <a:t>• Return PASS / FAIL</a:t>
            </a:r>
            <a:br/>
            <a:r>
              <a:t>• Show validation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25780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Also demonstrated: single or multiple uploads, automatic download, server-path processing and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the POC Proved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The approach is practical for real business processing, not just a technical experiment.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Excel automation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Updated workbooks while preserving the existing workbook structure and key formatting/formula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Large files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Successfully tested workbooks with approximately 15–20K records on the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4747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Server processing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Files can be processed from an approved server location without manual copying.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474720"/>
            <a:ext cx="507492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Traceability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Processing logs are generated so runs can be investigated when needed.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Key Learnings &amp;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The POC identified important areas to handle carefully before production rollout.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Excel reliability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Formatting, named ranges and formulas need careful handling when modifying existing workbooks.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B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EB912D"/>
                </a:solidFill>
              </a:defRPr>
            </a:pPr>
            <a:r>
              <a:t>File availability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OneDrive/shared files can be temporarily locked while open or syncing.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Performance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Larger workloads benefit from controlled processing, monitoring and queue-based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06908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These are engineering considerations, not blockers to the overall approach.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Production should also use configurable paths and stronger access controls.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93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Future Direction &amp;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697382"/>
                </a:solidFill>
              </a:defRPr>
            </a:pPr>
            <a:r>
              <a:t>Move from technical proof to a focused business pilot.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771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771B4"/>
                </a:solidFill>
              </a:defRPr>
            </a:pPr>
            <a:r>
              <a:t>Next pilot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Choose one real production workflow and validate it end-to-end with business 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0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09696"/>
                </a:solidFill>
              </a:defRPr>
            </a:pPr>
            <a:r>
              <a:t>Platform improvements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Add authentication, monitoring, configurable rules, scheduled processing and audit capabilities.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4747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096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30965C"/>
                </a:solidFill>
              </a:defRPr>
            </a:pPr>
            <a:r>
              <a:t>Expand automation</a:t>
            </a:r>
          </a:p>
          <a:p>
            <a:pPr>
              <a:defRPr sz="1500">
                <a:solidFill>
                  <a:srgbClr val="2D3746"/>
                </a:solidFill>
              </a:defRPr>
            </a:pPr>
            <a:r>
              <a:t>Add bulk processing, version comparison, template automation, notifications and API integration.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16052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Recommendation: proceed with a controlled pilot and use the results to define the production roadmap.</a:t>
            </a:r>
          </a:p>
          <a:p>
            <a:pPr>
              <a:spcAft>
                <a:spcPts val="800"/>
              </a:spcAft>
              <a:defRPr sz="1800">
                <a:solidFill>
                  <a:srgbClr val="2D3746"/>
                </a:solidFill>
              </a:defRPr>
            </a:pPr>
            <a:r>
              <a:t>• Longer term, priority SCR/CAL logic can be migrated onto this platform in the next phase.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