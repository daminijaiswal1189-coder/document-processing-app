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1" r:id="rId7"/>
    <p:sldId id="266" r:id="rId8"/>
    <p:sldId id="262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6"/>
  </p:normalViewPr>
  <p:slideViewPr>
    <p:cSldViewPr snapToGrid="0" snapToObjects="1">
      <p:cViewPr varScale="1">
        <p:scale>
          <a:sx n="108" d="100"/>
          <a:sy n="108" d="100"/>
        </p:scale>
        <p:origin x="76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952" cy="1005841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Document Processing POC —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29196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Confirm Excel, Word &amp; PDF automation on an owned server + web app (not Matterway-only).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Validate hosting path: API, logging, Windows/IIS deployment.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00000"/>
          </a:xfrm>
          <a:prstGeom prst="rect">
            <a:avLst/>
          </a:prstGeom>
          <a:solidFill>
            <a:srgbClr val="0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Objective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Prove server-side Excel read/write and PDF/Word validation at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In scope: upload, server path, downloads, auto-download, in-place Excel, logs.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Out of scope: full Matterway SCR scrub &amp; CAL allocation products (port in next phase).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0000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0000" y="680000"/>
            <a:ext cx="11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74151"/>
                </a:solidFill>
              </a:defRPr>
            </a:pPr>
            <a:r>
              <a:t>Production: browser → IIS (HTTPS) → React UI + FastAPI. Each document type is handled by a dedicated service; Excel outputs stay available for download.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43000"/>
            <a:ext cx="11109960" cy="54336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0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Capabilities &amp;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Excel: POC Status, FALSE/NA highlights, Name/SSN tab; .xlsx/.xls; processed file kept for download.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PDF/Word: PASS/FAIL and missing required phrases; metrics on result screen.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Large files tested on server; upload copy removed after process; optional in-place workbook update.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08758"/>
            <a:ext cx="12188952" cy="600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lang="en-US" dirty="0"/>
              <a:t>Challenges &amp; Learning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575E6-B30F-3BFB-A8FA-B41304794D21}"/>
              </a:ext>
            </a:extLst>
          </p:cNvPr>
          <p:cNvSpPr txBox="1"/>
          <p:nvPr/>
        </p:nvSpPr>
        <p:spPr>
          <a:xfrm>
            <a:off x="718457" y="1276005"/>
            <a:ext cx="613954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Excel formatting preservation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Named ranges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Formula handling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OneDrive file locks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Performance optimization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00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Business Outputs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CA6B-0261-F21A-C2FE-B5A81E1AAFC9}"/>
              </a:ext>
            </a:extLst>
          </p:cNvPr>
          <p:cNvSpPr txBox="1"/>
          <p:nvPr/>
        </p:nvSpPr>
        <p:spPr>
          <a:xfrm>
            <a:off x="926275" y="1187532"/>
            <a:ext cx="707769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✔ Excel automation without disturbing actual format, formula etc</a:t>
            </a:r>
          </a:p>
          <a:p>
            <a:r>
              <a:rPr lang="en-IN" dirty="0"/>
              <a:t>✔ PDF validation</a:t>
            </a:r>
          </a:p>
          <a:p>
            <a:r>
              <a:rPr lang="en-IN" dirty="0"/>
              <a:t>✔ Word validation</a:t>
            </a:r>
          </a:p>
          <a:p>
            <a:r>
              <a:rPr lang="en-IN" dirty="0"/>
              <a:t>✔ Server path processing</a:t>
            </a:r>
          </a:p>
          <a:p>
            <a:r>
              <a:rPr lang="en-IN" dirty="0"/>
              <a:t>✔ Large file (15 to 20k records) support</a:t>
            </a:r>
          </a:p>
          <a:p>
            <a:r>
              <a:rPr lang="en-IN" dirty="0"/>
              <a:t>✔ Auto Download</a:t>
            </a:r>
          </a:p>
          <a:p>
            <a:r>
              <a:rPr lang="en-IN" dirty="0"/>
              <a:t>✔ Single/multi file upload</a:t>
            </a:r>
          </a:p>
          <a:p>
            <a:r>
              <a:rPr lang="en-IN" dirty="0"/>
              <a:t>✔ Generating &amp; saving logs file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00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Future Extensions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1079C9-9390-3DA8-2964-56EF72FAAAFB}"/>
              </a:ext>
            </a:extLst>
          </p:cNvPr>
          <p:cNvSpPr txBox="1"/>
          <p:nvPr/>
        </p:nvSpPr>
        <p:spPr>
          <a:xfrm>
            <a:off x="1056903" y="826070"/>
            <a:ext cx="3125599" cy="618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Excel &amp; Document Automation</a:t>
            </a:r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Bulk Processing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Version Comparison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Template Automation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Advanced Validation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PDF/Word Data Extraction </a:t>
            </a:r>
          </a:p>
          <a:p>
            <a:pPr lvl="0"/>
            <a:endParaRPr lang="en-IN" dirty="0"/>
          </a:p>
          <a:p>
            <a:r>
              <a:rPr lang="en-IN" b="1" dirty="0"/>
              <a:t>Workflow &amp; Integration</a:t>
            </a:r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Unified Dashboard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Configurable Rule Packs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Exception Management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Scheduled Processing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API Integration</a:t>
            </a:r>
          </a:p>
          <a:p>
            <a:pPr lvl="0"/>
            <a:r>
              <a:rPr lang="en-IN" dirty="0"/>
              <a:t> </a:t>
            </a:r>
          </a:p>
          <a:p>
            <a:r>
              <a:rPr lang="en-IN" b="1" dirty="0"/>
              <a:t>Enterprise Readiness</a:t>
            </a:r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Authentication &amp; RBAC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Audit &amp; Compliance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Notifications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Antivirus &amp; Security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Retention Policies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Monitoring &amp; Analytics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0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POC confirms document automation is feasible on our platform.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Pilot one production workflow with auth, monitoring, and environment-based config.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23232"/>
                </a:solidFill>
              </a:defRPr>
            </a:pPr>
            <a:r>
              <a:t>• Migrate priority SCR/CAL logic onto this stack.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345</Words>
  <Application>Microsoft Macintosh PowerPoint</Application>
  <PresentationFormat>Custom</PresentationFormat>
  <Paragraphs>54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Learning Cloud</cp:lastModifiedBy>
  <cp:revision>5</cp:revision>
  <dcterms:created xsi:type="dcterms:W3CDTF">2013-01-27T09:14:16Z</dcterms:created>
  <dcterms:modified xsi:type="dcterms:W3CDTF">2026-08-09T19:41:17Z</dcterms:modified>
  <cp:category/>
</cp:coreProperties>
</file>