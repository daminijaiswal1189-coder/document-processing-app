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Document Processing Automation</a:t>
            </a:r>
            <a:br/>
            <a: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Automate processing of Excel, PDF and Word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Validate business content with configurable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Reduce manual effort and improve consistency.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Need &amp; POC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Business need: reduce manual validation and repetitive document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In Scope: Excel processing, PDF/Word validation, server path processing, downloads.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Future: Authentication, audit logs, scheduling and enterprise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User → React UI → FastAPI → Excel/PDF/Word Services →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Modular service design for easy extension.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Supports upload or configured server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371600" cy="54864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1371600" cy="54864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114800"/>
            <a:ext cx="1371600" cy="54864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114800"/>
            <a:ext cx="1371600" cy="54864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114800"/>
            <a:ext cx="1371600" cy="54864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Capabilities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Excel: Add/Update POC Status, highlight FALSE/NA, create Name &amp; SSN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PDF &amp; Word: Extract text and validate required headings/questions.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Large file testing and optional in-place workbook update.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POC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Successfully processed representative Excel, PDF and Word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Generated downloadable outputs and PASS/FAIL validation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Processing metrics and logging support troubleshooting.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Technology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Frontend: React + Material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Backend: FastAPI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Libraries: openpyxl, PyMuPDF, python-docx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Configuration-driven validation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POC confirms technical feasibility for document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Recommended next step: Pilot one business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Production enhancements: auth, monitoring, queue, audit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